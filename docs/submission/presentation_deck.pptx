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VitaTwin AI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Simulate.  Prevent.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3E74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healthcare Digital Twin proof-of-concept for early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glycemic-risk awareness in Type 2 Diabetes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Digital Twin Challenge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 Girl :)   |   SRM Madurai College for Engineering and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today reacts after the event has already happened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31181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medical record and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 exist —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sit unused between visits.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BEAE9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53128" y="18288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2194560"/>
            <a:ext cx="31181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glucose excursion, or other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event, occurs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56448" y="18288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2194560"/>
            <a:ext cx="31181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response happens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fact —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costliest point to intervene.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is one of India's most prevalent chronic, lifestyle-linked conditions — and glycemic instability is a leading driver of avoidable complications.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reacting to a single event, to living alongside a twin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2971800"/>
            <a:ext cx="22860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23774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4F1F3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2971800"/>
            <a:ext cx="22860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0" y="23774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4F1F3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2971800"/>
            <a:ext cx="22860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23774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4F1F3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81160" y="2971800"/>
            <a:ext cx="228600" cy="0"/>
          </a:xfrm>
          <a:prstGeom prst="line">
            <a:avLst/>
          </a:prstGeom>
          <a:noFill/>
          <a:ln w="25400">
            <a:solidFill>
              <a:srgbClr val="5B6B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09760" y="23774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4F1F3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AWARENESS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healthcare: DATA → EVENT → REACTION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creates a living computational representation of a patient — combining what we already know with what is happening right now — so the AI can estimate what could happen next, and clinicians can explore hypothetical futures before deciding.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pic>
        <p:nvPicPr>
          <p:cNvPr id="4" name="Image 0" descr="slide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74552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Synthetic, disclosed, and schema-compatible with real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4992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/ Historical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T2D-relevant patient population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35-72, BMI 23-39, HbA1c 5.8-9.8%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duration, medication profile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28800"/>
            <a:ext cx="4992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/ Real-Time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94560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glucose / HR / HRV / steps / sleep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physiological simulator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+ activity + circadian response modeling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1852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86200"/>
            <a:ext cx="1061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synthetic, and why that's the right call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51960"/>
            <a:ext cx="10616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CGM+wearable datasets (OhioT1DM, D1NAMO) are Type 1 diabetes research cohorts — there is no strong open dataset combining T2D-specific EHR with continuous wearable+CGM data. Rather than hide this mismatch, every row carries a data_source tag, and the dynamic-stream schema is built to be drop-in compatible with real datasets via a documented loader stub — so real data replaces the simulator later without touching downstream code.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explicit Digital Twin state — not just a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VitaTwinState: a real, persisted per-patient object — demographics, historical record, dynamic signals, derived features, prediction, and explanation — not a label a model spits out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loop: new sensor data → validation → timestamp alignment → twin update → feature engineering → prediction → risk → explanation → dashboard refresh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baseline: risk is judged against each patient's own recent glucose baseline, not only a population average — "current state is 19.7% above this patient's baseline"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runs on a forked copy of the state — it never mutates the real, persisted twin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 first, temporal validation, no leakage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Prediction Target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31181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glucose value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 ahead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probability of 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hyperglycemic excursion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(&gt;180 mg/dL) within 2 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53128" y="18288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— Trained &amp; Evaluated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2194560"/>
            <a:ext cx="31181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Ridge vs. Random Forest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Random Forest won (val MAE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10.7 vs. 15.9)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LogReg vs. RF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Random Forest won (val ROC-AUC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0.92 vs. 0.85)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run, test-set results -- see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docs/model.md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6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56448" y="18288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Discipline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2194560"/>
            <a:ext cx="31181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chronological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split (train/val/test)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shuffling -- adjacent 5-min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correlated, so 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would leak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MAE: 11.0 mg/dL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ROC-AUC: 0.92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clinician never sees a bare risk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BEAE9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Risk: HIGH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glucose trend (rising 3 of last 4 readings)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recent activity vs. patient baseline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sleep duration last night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22% deviation from personal glucose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623560" cy="3931920"/>
          </a:xfrm>
          <a:prstGeom prst="roundRect">
            <a:avLst>
              <a:gd name="adj" fmla="val 1860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90488" y="1828800"/>
            <a:ext cx="5221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190488" y="2194560"/>
            <a:ext cx="522122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(TreeExplainer) on the selected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 gives signed,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 feature contributions.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direction and rank of the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4-5 factors — never a raw SHAP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dumped on a clinician, and never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claim the evidence doesn't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(e.g. we do not say low sleep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"caused" the glucose spike).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— REAL OUTPUT, NOT A MOCKUP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 Simulator: baseline vs. simulated scenario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— Patient VT001, actual state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47183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glucose (+2h):  186 mg/dL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Excursion probability:  81%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category:  HIGH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69164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FFF6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53328" y="1828800"/>
            <a:ext cx="5358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 — +activity, +sleep, -glucose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53328" y="2194560"/>
            <a:ext cx="53583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glucose (+2h):  179 mg/dL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Excursion probability:  70%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category:  HIGH (reduced, not flipped)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5212080"/>
            <a:ext cx="10661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finding, stated plainly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5577840"/>
            <a:ext cx="10661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combined activity+sleep+glucose intervention, risk stayed HIGH -- this baseline model is (correctly) dominated by current glucose over short-horizon lifestyle levers. Documented as a limitation and a concrete next step (richer meal/medication features), not hidden. Every number above came from actually running src/simulation/whatif.py.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Twin: a real, working replay engine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working: a “Live Twin” tab replays each patient's real last 24 hours, 5 minutes at a time, with Play / Pause / Reset / Scrub and adjustable speed (1x / 4x / 12x)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re-runs the ACTUAL trained model live: Digital Twin updates → prediction recomputes → risk re-assesses → the same risk ring/SHAP panels used everywhere else update in real time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end-to-end: in one real patient's 24h window, risk genuinely moves LOW → MODERATE → HIGH → MODERATE → LOW as the day progresses — not scripted, just what the model actually outputs at each real historical point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demo flow: select patient → open Live Twin → press Play → watch risk rise and fall live → pause on a HIGH moment → open “Why this prediction?” → open What-If Simulator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3931920"/>
          </a:xfrm>
          <a:prstGeom prst="roundRect">
            <a:avLst>
              <a:gd name="adj" fmla="val 1860"/>
            </a:avLst>
          </a:prstGeom>
          <a:solidFill>
            <a:srgbClr val="E8F4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— real, tested code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62727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0 — Feasibility report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1 — Synthetic data generator (11/11 tests)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2 — Preprocessing &amp; fusion pipeline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3 — Digital Twin engine (fork/update/snapshot)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4-5 — Trained models, real test metrics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6 — SHAP explainability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7 — What-If simulator + recommendations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8 — FastAPI backend (12 endpoints)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9 — Two dashboards: Streamlit + custom web UI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10 — Live Twin replay (real, working, tested)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11 — Full test suite: 66/66 passing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Phase 12 — Documentation (7 docs, all real)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06640" y="169164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2F7F8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07808" y="1828800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07808" y="2194560"/>
            <a:ext cx="3803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Phase 13 — Record the actual demo video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 (script ready in docs/demo_script.md,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  every number verified against the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  live running system)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Team name + college name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 (placeholders in README/deck/LICENSE)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— Predict. Simulate. Prevent.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Safety, honestly stated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VitaTwin AI is a research and educational prototype. Predictions are experimental model outputs and are not medical diagnoses or treatment recommendations. All data is synthetic or disclosed as a physiological proxy — no real patient data is used.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10515600" cy="0"/>
          </a:xfrm>
          <a:prstGeom prst="line">
            <a:avLst/>
          </a:prstGeom>
          <a:noFill/>
          <a:ln w="12700">
            <a:solidFill>
              <a:srgbClr val="3E74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6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Girl :)  —  SRM Madurai College for Engineering and Technology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Dharshini 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6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VitaTwin AI  —  Predict. Simulate. Prevent.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2026-10-05T03:15:21Z</dcterms:created>
  <dcterms:modified xsi:type="dcterms:W3CDTF">2026-10-05T03:15:21Z</dcterms:modified>
</cp:coreProperties>
</file>